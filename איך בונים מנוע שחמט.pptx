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6b7a128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6b7a128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6b7a128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6b7a128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6b7a128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6b7a128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46b7a128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46b7a128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6b7a128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6b7a128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46b7a128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46b7a128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6b7a128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46b7a128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6b7a128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6b7a128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6b7a128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6b7a128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נסח את שקף הפתיחה מחדש ותעשה אותו יפה ותואם את הוויב של המצגת כול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" y="6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3200" y="953600"/>
            <a:ext cx="6354575" cy="49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 descr="אל תשנה את הטקסט במצגת יותר מידי, ותוסיף תמונה חדשה שמתארת את השק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l="426" r="426"/>
          <a:stretch/>
        </p:blipFill>
        <p:spPr>
          <a:xfrm>
            <a:off x="0" y="-5587"/>
            <a:ext cx="12192000" cy="6869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Itay Segal</cp:lastModifiedBy>
  <cp:revision>1</cp:revision>
  <dcterms:modified xsi:type="dcterms:W3CDTF">2026-03-19T15:40:38Z</dcterms:modified>
</cp:coreProperties>
</file>